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独有：先以 CMO 身份用框架做战略诊断与规划，再进教学版的搭建流程；结课后数据优化+汇报，闭环。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 B 4 步闭环。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战略版VerB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VER B · 战略层（教学版没有）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你的身份：数据驱动的 CMO + 增长黑客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5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Marketing —— 融合 Kotler 价值创造 · Sean Ellis 增长思维 · Seth Godin 集客哲学 · Neil Patel 转化实战。不只是执行者，是你的业务增长伙伴。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15184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706624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诊断问题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06624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AARRR 漏斗 / 5A 旅程 → 定位流量与转化流失点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39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383279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规划策略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38327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RACE → 全渠道营销漏斗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968496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59935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任务优先级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4059935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ICE（影响力 · 信心 · 难易度）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645152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3659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受众洞察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736592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定位理论 + RFM（最近 · 频率 · 金额）分层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321808"/>
            <a:ext cx="10607040" cy="585216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41324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内容创作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41324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AIDA 文案 · 图文封面逻辑 · 短视频前 3 秒 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VER B · 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 步闭环：诊断 → 搭建 → 优化 → 再诊断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诊断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AARRR/5A 找流失点 · 要 KPI · RFM 分层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08376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8376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2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规划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RACE 漏斗 · ICE 排优先级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39512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39512" y="2103120"/>
            <a:ext cx="212140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搭建=教学版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0–10 · AIDA / 短视频 Hook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70648" y="2103120"/>
            <a:ext cx="212140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98664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数据优化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98664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A/B · Cohort · 跨渠道归因 · 自动出价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01784" y="2103120"/>
            <a:ext cx="2121408" cy="24688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01784" y="2103120"/>
            <a:ext cx="212140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29800" y="2395728"/>
            <a:ext cx="18653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专业汇报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3108960"/>
            <a:ext cx="18653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粗体/项目符号/标题 · 结尾抛问题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93776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优化完回到「① 诊断」→ 持续迭代闭环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B2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选一个命名格式（4 选 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prompt（5 风格挑 1）→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按情绪 prompt Suno 出配乐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段可商用背景乐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分镜→选人(九宫格)→锁人物→逐镜→拼接→ChatCut 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支可直接发的成品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